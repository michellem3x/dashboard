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85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463040"/>
          </a:xfrm>
          <a:prstGeom prst="rect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63040"/>
            <a:ext cx="12161520" cy="82296"/>
          </a:xfrm>
          <a:prstGeom prst="rect">
            <a:avLst/>
          </a:prstGeom>
          <a:solidFill>
            <a:srgbClr val="6CC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347472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 Accomplishments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2468880"/>
            <a:ext cx="868680" cy="868680"/>
          </a:xfrm>
          <a:prstGeom prst="ellipse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agent/turn1/workspace/output/_anthropic_assets/icon-checkmark-circle-89785f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67919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240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MARxCOB &amp; Proxy Authorization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9260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file processing rules for MARxCOB and Proxy Authorization.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55080" y="19659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720840" y="2468880"/>
            <a:ext cx="868680" cy="868680"/>
          </a:xfrm>
          <a:prstGeom prst="ellipse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agent/turn1/workspace/output/_anthropic_assets/icon-arrow-trending-lines-1f2338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267919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22402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 1 to Gen 3 Gap Analysis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818120" y="29260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gap analysis </a:t>
            </a:r>
            <a:r>
              <a:rPr lang="en-US" sz="140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Services </a:t>
            </a:r>
            <a:r>
              <a:rPr lang="en-US" sz="140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05840" y="4709160"/>
            <a:ext cx="868680" cy="868680"/>
          </a:xfrm>
          <a:prstGeom prst="ellipse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agent/turn1/workspace/output/_anthropic_assets/icon-rocket-239fbcf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491947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480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Rapid Member Entry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51663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Rapid Member Entry to accelerate member onboarding.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355080" y="420624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4F6F8"/>
          </a:solidFill>
          <a:ln w="12700">
            <a:solidFill>
              <a:srgbClr val="E2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20840" y="4709160"/>
            <a:ext cx="868680" cy="868680"/>
          </a:xfrm>
          <a:prstGeom prst="ellipse">
            <a:avLst/>
          </a:prstGeom>
          <a:solidFill>
            <a:srgbClr val="1B365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agent/turn1/workspace/output/_anthropic_assets/icon-clock-538d39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491947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818120" y="4480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Eligibility Requests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818120" y="516636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development to support immediate eligibility requests.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bdf33a9-c54e-4e05-811a-b38ce5879c7c}" enabled="1" method="Standard" siteId="{00dbd1fb-c5ea-4664-b048-6e809757474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Company>Navitus Health Solutions,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M. Matteson</dc:creator>
  <cp:lastModifiedBy>Michelle M. Matteson</cp:lastModifiedBy>
  <cp:revision>1</cp:revision>
  <dcterms:created xsi:type="dcterms:W3CDTF">2026-09-29T16:08:15Z</dcterms:created>
  <dcterms:modified xsi:type="dcterms:W3CDTF">2026-09-29T16:15:58Z</dcterms:modified>
</cp:coreProperties>
</file>